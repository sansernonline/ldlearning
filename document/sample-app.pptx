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7" autoAdjust="0"/>
    <p:restoredTop sz="94660"/>
  </p:normalViewPr>
  <p:slideViewPr>
    <p:cSldViewPr snapToGrid="0">
      <p:cViewPr varScale="1">
        <p:scale>
          <a:sx n="59" d="100"/>
          <a:sy n="59" d="100"/>
        </p:scale>
        <p:origin x="56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17B-E1F9-408C-A751-E426E17FCB58}" type="datetimeFigureOut">
              <a:rPr lang="en-US" smtClean="0"/>
              <a:t>25-Sep-18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F5AA-499F-4451-B5D4-01661415E3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21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17B-E1F9-408C-A751-E426E17FCB58}" type="datetimeFigureOut">
              <a:rPr lang="en-US" smtClean="0"/>
              <a:t>25-Sep-18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F5AA-499F-4451-B5D4-01661415E3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687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17B-E1F9-408C-A751-E426E17FCB58}" type="datetimeFigureOut">
              <a:rPr lang="en-US" smtClean="0"/>
              <a:t>25-Sep-18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F5AA-499F-4451-B5D4-01661415E3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959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17B-E1F9-408C-A751-E426E17FCB58}" type="datetimeFigureOut">
              <a:rPr lang="en-US" smtClean="0"/>
              <a:t>25-Sep-18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F5AA-499F-4451-B5D4-01661415E3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300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17B-E1F9-408C-A751-E426E17FCB58}" type="datetimeFigureOut">
              <a:rPr lang="en-US" smtClean="0"/>
              <a:t>25-Sep-18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F5AA-499F-4451-B5D4-01661415E3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25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17B-E1F9-408C-A751-E426E17FCB58}" type="datetimeFigureOut">
              <a:rPr lang="en-US" smtClean="0"/>
              <a:t>25-Sep-18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F5AA-499F-4451-B5D4-01661415E3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163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17B-E1F9-408C-A751-E426E17FCB58}" type="datetimeFigureOut">
              <a:rPr lang="en-US" smtClean="0"/>
              <a:t>25-Sep-18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F5AA-499F-4451-B5D4-01661415E3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420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17B-E1F9-408C-A751-E426E17FCB58}" type="datetimeFigureOut">
              <a:rPr lang="en-US" smtClean="0"/>
              <a:t>25-Sep-18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F5AA-499F-4451-B5D4-01661415E3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85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17B-E1F9-408C-A751-E426E17FCB58}" type="datetimeFigureOut">
              <a:rPr lang="en-US" smtClean="0"/>
              <a:t>25-Sep-18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F5AA-499F-4451-B5D4-01661415E3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52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17B-E1F9-408C-A751-E426E17FCB58}" type="datetimeFigureOut">
              <a:rPr lang="en-US" smtClean="0"/>
              <a:t>25-Sep-18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F5AA-499F-4451-B5D4-01661415E3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035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17B-E1F9-408C-A751-E426E17FCB58}" type="datetimeFigureOut">
              <a:rPr lang="en-US" smtClean="0"/>
              <a:t>25-Sep-18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F5AA-499F-4451-B5D4-01661415E3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3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8317B-E1F9-408C-A751-E426E17FCB58}" type="datetimeFigureOut">
              <a:rPr lang="en-US" smtClean="0"/>
              <a:t>25-Sep-18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EF5AA-499F-4451-B5D4-01661415E3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754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084" y="263362"/>
            <a:ext cx="3549832" cy="633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11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434" y="260187"/>
            <a:ext cx="3537132" cy="633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351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259" y="276063"/>
            <a:ext cx="3543482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2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08" y="282413"/>
            <a:ext cx="3556183" cy="629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67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501" y="253837"/>
            <a:ext cx="3860998" cy="63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27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727" y="276063"/>
            <a:ext cx="3816546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02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SANSERN MAKCHAROEN</dc:creator>
  <cp:lastModifiedBy>SANSERN MAKCHAROEN</cp:lastModifiedBy>
  <cp:revision>3</cp:revision>
  <dcterms:created xsi:type="dcterms:W3CDTF">2018-09-24T19:39:18Z</dcterms:created>
  <dcterms:modified xsi:type="dcterms:W3CDTF">2018-09-25T09:19:54Z</dcterms:modified>
</cp:coreProperties>
</file>