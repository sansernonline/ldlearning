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0" d="100"/>
          <a:sy n="40" d="100"/>
        </p:scale>
        <p:origin x="48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C335D-0F09-4A24-BA3A-E7BF0E2674AE}" type="datetimeFigureOut">
              <a:rPr lang="en-US" smtClean="0"/>
              <a:t>03-Sep-18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32E9C-7A1B-4833-9EE9-79F692020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141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C335D-0F09-4A24-BA3A-E7BF0E2674AE}" type="datetimeFigureOut">
              <a:rPr lang="en-US" smtClean="0"/>
              <a:t>03-Sep-18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32E9C-7A1B-4833-9EE9-79F692020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311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C335D-0F09-4A24-BA3A-E7BF0E2674AE}" type="datetimeFigureOut">
              <a:rPr lang="en-US" smtClean="0"/>
              <a:t>03-Sep-18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32E9C-7A1B-4833-9EE9-79F692020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973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C335D-0F09-4A24-BA3A-E7BF0E2674AE}" type="datetimeFigureOut">
              <a:rPr lang="en-US" smtClean="0"/>
              <a:t>03-Sep-18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32E9C-7A1B-4833-9EE9-79F692020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715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C335D-0F09-4A24-BA3A-E7BF0E2674AE}" type="datetimeFigureOut">
              <a:rPr lang="en-US" smtClean="0"/>
              <a:t>03-Sep-18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32E9C-7A1B-4833-9EE9-79F692020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482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C335D-0F09-4A24-BA3A-E7BF0E2674AE}" type="datetimeFigureOut">
              <a:rPr lang="en-US" smtClean="0"/>
              <a:t>03-Sep-18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32E9C-7A1B-4833-9EE9-79F692020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119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C335D-0F09-4A24-BA3A-E7BF0E2674AE}" type="datetimeFigureOut">
              <a:rPr lang="en-US" smtClean="0"/>
              <a:t>03-Sep-18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32E9C-7A1B-4833-9EE9-79F692020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354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C335D-0F09-4A24-BA3A-E7BF0E2674AE}" type="datetimeFigureOut">
              <a:rPr lang="en-US" smtClean="0"/>
              <a:t>03-Sep-18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32E9C-7A1B-4833-9EE9-79F692020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163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C335D-0F09-4A24-BA3A-E7BF0E2674AE}" type="datetimeFigureOut">
              <a:rPr lang="en-US" smtClean="0"/>
              <a:t>03-Sep-18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32E9C-7A1B-4833-9EE9-79F692020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418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C335D-0F09-4A24-BA3A-E7BF0E2674AE}" type="datetimeFigureOut">
              <a:rPr lang="en-US" smtClean="0"/>
              <a:t>03-Sep-18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32E9C-7A1B-4833-9EE9-79F692020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527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C335D-0F09-4A24-BA3A-E7BF0E2674AE}" type="datetimeFigureOut">
              <a:rPr lang="en-US" smtClean="0"/>
              <a:t>03-Sep-18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32E9C-7A1B-4833-9EE9-79F692020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969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FC335D-0F09-4A24-BA3A-E7BF0E2674AE}" type="datetimeFigureOut">
              <a:rPr lang="en-US" smtClean="0"/>
              <a:t>03-Sep-18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32E9C-7A1B-4833-9EE9-79F692020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62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257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671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028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110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366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113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SANSERN MAKCHAROEN</dc:creator>
  <cp:lastModifiedBy>SANSERN MAKCHAROEN</cp:lastModifiedBy>
  <cp:revision>1</cp:revision>
  <dcterms:created xsi:type="dcterms:W3CDTF">2018-09-03T02:39:53Z</dcterms:created>
  <dcterms:modified xsi:type="dcterms:W3CDTF">2018-09-03T02:41:05Z</dcterms:modified>
</cp:coreProperties>
</file>